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Pengui Labs
Opening title slide introducing Pengui Labs, a next-generation AI infrastructure company building intelligent tools for developers.
## Key Points
- AI Infrastructure
- Developer Tools
- Next Generation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The Problem We Solve
Modern AI development is fragmented. Teams waste 40% of engineering time on infrastructure plumbing instead of building products.
## Key Points
- Fragmented tooling landscape
- Engineers spend 40% on infra plumbing
- Context switching between 8+ tools daily
- No unified developer experience
## Data
- Time wasted on infra: 40 %
- Average tools per workflow: 8
- Context switches per day: 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Key Metrics
Pengui Labs has achieved strong traction since launching 6 months ago, with rapid growth in both revenue and developer adoption.
## Key Points
- $2.4M ARR growing 30% MoM
- 12,000+ developers on platform
- 99.97% uptime SLA
- NPS of 72
## Data
- Annual Recurring Revenue: $2.4M
- Monthly Growth Rate: 30 %
- Active Developers: 12,000+
- Net Promoter Score: 72
- Platform Uptime: 99.97 %
- Average Response Time: &lt;50ms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Product Platform
The Pengui platform provides four core capabilities that work together to eliminate infrastructure overhead for AI development teams.
## Key Points
- Unified Pipeline Orchestration
- Intelligent Context Engine
- One-Click Deployment
- Real-time Observability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Join the Revolution
Closing call-to-action inviting investors to join Pengui Labs Series A round and help shape the future of AI developer tooling.
## Key Points
- Series A: $15M target
- Led by top-tier VCs
- Join 12K+ developers already building with Pengui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Pengui Labs - Company Overview</dc:title>
  <dc:subject>PptxGenJS Presentation</dc:subject>
  <dc:creator>PptxGenJS</dc:creator>
  <cp:lastModifiedBy>PptxGenJS</cp:lastModifiedBy>
  <cp:revision>1</cp:revision>
  <dcterms:created xsi:type="dcterms:W3CDTF">2026-03-02T02:58:08Z</dcterms:created>
  <dcterms:modified xsi:type="dcterms:W3CDTF">2026-03-02T02:58:08Z</dcterms:modified>
</cp:coreProperties>
</file>